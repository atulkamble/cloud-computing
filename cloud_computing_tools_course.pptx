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Overview</a:t>
            </a:r>
          </a:p>
          <a:p>
            <a:r>
              <a:t>Cloud Platforms</a:t>
            </a:r>
          </a:p>
          <a:p>
            <a:r>
              <a:t>Virtualization</a:t>
            </a:r>
          </a:p>
          <a:p>
            <a:r>
              <a:t>Containers</a:t>
            </a:r>
          </a:p>
          <a:p>
            <a:r>
              <a:t>Security</a:t>
            </a:r>
          </a:p>
          <a:p>
            <a:r>
              <a:t>Networking</a:t>
            </a:r>
          </a:p>
          <a:p>
            <a:r>
              <a:t>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major cloud platforms</a:t>
            </a:r>
          </a:p>
          <a:p>
            <a:r>
              <a:t>Learn cloud automation tools</a:t>
            </a:r>
          </a:p>
          <a:p>
            <a:r>
              <a:t>Understand virtualization and containers</a:t>
            </a:r>
          </a:p>
          <a:p>
            <a:r>
              <a:t>Learn cloud security tools</a:t>
            </a:r>
          </a:p>
          <a:p>
            <a:r>
              <a:t>Build CI/CD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On‑demand computing resources</a:t>
            </a:r>
          </a:p>
          <a:p>
            <a:r>
              <a:t>Delivered over internet</a:t>
            </a:r>
          </a:p>
          <a:p>
            <a:r>
              <a:t>Pay‑as‑you‑go model</a:t>
            </a:r>
          </a:p>
          <a:p>
            <a:r>
              <a:t>Scalable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IaaS – Infrastructure as a Service</a:t>
            </a:r>
          </a:p>
          <a:p>
            <a:r>
              <a:t>PaaS – Platform as a Service</a:t>
            </a:r>
          </a:p>
          <a:p>
            <a:r>
              <a:t>SaaS – Software as a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Cloud</a:t>
            </a:r>
          </a:p>
          <a:p>
            <a:r>
              <a:t>Private Cloud</a:t>
            </a:r>
          </a:p>
          <a:p>
            <a:r>
              <a:t>Hybrid Cloud</a:t>
            </a:r>
          </a:p>
          <a:p>
            <a:r>
              <a:t>Multi‑Cloud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Cloud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management</a:t>
            </a:r>
          </a:p>
          <a:p>
            <a:r>
              <a:t>Automation tools</a:t>
            </a:r>
          </a:p>
          <a:p>
            <a:r>
              <a:t>Monitoring tools</a:t>
            </a:r>
          </a:p>
          <a:p>
            <a:r>
              <a:t>Security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Tool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</a:t>
            </a:r>
          </a:p>
          <a:p>
            <a:r>
              <a:t>Docker</a:t>
            </a:r>
          </a:p>
          <a:p>
            <a:r>
              <a:t>Kubernetes</a:t>
            </a:r>
          </a:p>
          <a:p>
            <a:r>
              <a:t>Prometheus</a:t>
            </a:r>
          </a:p>
          <a:p>
            <a:r>
              <a:t>Jenkins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Cloud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</a:t>
            </a:r>
          </a:p>
          <a:p>
            <a:r>
              <a:t>Scalability</a:t>
            </a:r>
          </a:p>
          <a:p>
            <a:r>
              <a:t>High availability</a:t>
            </a:r>
          </a:p>
          <a:p>
            <a:r>
              <a:t>Cost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Cloud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</a:t>
            </a:r>
          </a:p>
          <a:p>
            <a:r>
              <a:t>Microsoft Azure</a:t>
            </a:r>
          </a:p>
          <a:p>
            <a:r>
              <a:t>Google Cloud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cloud provider</a:t>
            </a:r>
          </a:p>
          <a:p>
            <a:r>
              <a:t>200+ services</a:t>
            </a:r>
          </a:p>
          <a:p>
            <a:r>
              <a:t>Global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EC2</a:t>
            </a:r>
          </a:p>
          <a:p>
            <a:r>
              <a:t>S3</a:t>
            </a:r>
          </a:p>
          <a:p>
            <a:r>
              <a:t>RDS</a:t>
            </a:r>
          </a:p>
          <a:p>
            <a:r>
              <a:t>Lambda</a:t>
            </a:r>
          </a:p>
          <a:p>
            <a:r>
              <a:t>VPC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cloud platform</a:t>
            </a:r>
          </a:p>
          <a:p>
            <a:r>
              <a:t>Strong enterprise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VM</a:t>
            </a:r>
          </a:p>
          <a:p>
            <a:r>
              <a:t>Azure Storage</a:t>
            </a:r>
          </a:p>
          <a:p>
            <a:r>
              <a:t>Azure SQL</a:t>
            </a:r>
          </a:p>
          <a:p>
            <a:r>
              <a:t>AKS</a:t>
            </a:r>
          </a:p>
          <a:p>
            <a:r>
              <a:t>Azure DevOps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data analytics</a:t>
            </a:r>
          </a:p>
          <a:p>
            <a:r>
              <a:t>AI and machine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Engine</a:t>
            </a:r>
          </a:p>
          <a:p>
            <a:r>
              <a:t>Cloud Storage</a:t>
            </a:r>
          </a:p>
          <a:p>
            <a:r>
              <a:t>BigQuery</a:t>
            </a:r>
          </a:p>
          <a:p>
            <a:r>
              <a:t>GKE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vs Azure vs GCP</a:t>
            </a:r>
          </a:p>
          <a:p>
            <a:r>
              <a:t>Market share</a:t>
            </a:r>
          </a:p>
          <a:p>
            <a:r>
              <a:t>Capabilities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</a:t>
            </a:r>
          </a:p>
          <a:p>
            <a:r>
              <a:t>Terraform</a:t>
            </a:r>
          </a:p>
          <a:p>
            <a:r>
              <a:t>CloudFormation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Ansible</a:t>
            </a:r>
          </a:p>
          <a:p>
            <a:r>
              <a:t>Chef</a:t>
            </a:r>
          </a:p>
          <a:p>
            <a:r>
              <a:t>Puppet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Prometheus</a:t>
            </a:r>
          </a:p>
          <a:p>
            <a:r>
              <a:t>Grafana</a:t>
            </a:r>
          </a:p>
          <a:p>
            <a:r>
              <a:t>CloudWatch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multiple OS on single hardware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1 – Bare Metal</a:t>
            </a:r>
          </a:p>
          <a:p>
            <a:r>
              <a:t>Type 2 – Hosted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VMware</a:t>
            </a:r>
          </a:p>
          <a:p>
            <a:r>
              <a:t>Hyper‑V</a:t>
            </a:r>
          </a:p>
          <a:p>
            <a:r>
              <a:t>KVM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 efficiency</a:t>
            </a:r>
          </a:p>
          <a:p>
            <a:r>
              <a:t>Isolation</a:t>
            </a:r>
          </a:p>
          <a:p>
            <a:r>
              <a:t>Flexibility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virtualization</a:t>
            </a:r>
          </a:p>
          <a:p>
            <a:r>
              <a:t>Application packaging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vs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Containers share OS</a:t>
            </a:r>
          </a:p>
          <a:p>
            <a:r>
              <a:t>VMs include full 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platform</a:t>
            </a:r>
          </a:p>
          <a:p>
            <a:r>
              <a:t>Build and run containers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Dockerfile</a:t>
            </a:r>
          </a:p>
          <a:p>
            <a:r>
              <a:t>Build image</a:t>
            </a:r>
          </a:p>
          <a:p>
            <a:r>
              <a:t>Run container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orchestration</a:t>
            </a:r>
          </a:p>
          <a:p>
            <a:r>
              <a:t>Manage container clusters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 node</a:t>
            </a:r>
          </a:p>
          <a:p>
            <a:r>
              <a:t>Worker nodes</a:t>
            </a:r>
          </a:p>
          <a:p>
            <a:r>
              <a:t>Pods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</a:t>
            </a:r>
          </a:p>
          <a:p>
            <a:r>
              <a:t>Service</a:t>
            </a:r>
          </a:p>
          <a:p>
            <a:r>
              <a:t>Deployment</a:t>
            </a:r>
          </a:p>
          <a:p>
            <a:r>
              <a:t>ConfigMap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Orchestration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</a:t>
            </a:r>
          </a:p>
          <a:p>
            <a:r>
              <a:t>Docker Swarm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server management</a:t>
            </a:r>
          </a:p>
          <a:p>
            <a:r>
              <a:t>Event driven computing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code on demand</a:t>
            </a:r>
          </a:p>
          <a:p>
            <a:r>
              <a:t>Automatic scaling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Serverless platform</a:t>
            </a:r>
          </a:p>
          <a:p>
            <a:r>
              <a:t>Event based execution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responsibility model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and Access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</a:t>
            </a:r>
          </a:p>
          <a:p>
            <a:r>
              <a:t>Authorization</a:t>
            </a:r>
          </a:p>
          <a:p>
            <a:r>
              <a:t>Policies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Groups</a:t>
            </a:r>
          </a:p>
          <a:p>
            <a:r>
              <a:t>Roles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Active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management</a:t>
            </a:r>
          </a:p>
          <a:p>
            <a:r>
              <a:t>Single Sign‑On</a:t>
            </a:r>
          </a:p>
          <a:p>
            <a:r>
              <a:t>MFA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at rest</a:t>
            </a:r>
          </a:p>
          <a:p>
            <a:r>
              <a:t>Data in transit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GuardDuty</a:t>
            </a:r>
          </a:p>
          <a:p>
            <a:r>
              <a:t>Azure Defender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GDPR</a:t>
            </a:r>
          </a:p>
          <a:p>
            <a:r>
              <a:t>HIPAA</a:t>
            </a:r>
          </a:p>
          <a:p>
            <a:r>
              <a:t>PCI DSS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Networking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networks</a:t>
            </a:r>
          </a:p>
          <a:p>
            <a:r>
              <a:t>Subnets</a:t>
            </a:r>
          </a:p>
          <a:p>
            <a:r>
              <a:t>Routing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Private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Isolated cloud network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connection to on‑premise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Logs</a:t>
            </a:r>
          </a:p>
          <a:p>
            <a:r>
              <a:t>Alerts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CloudWatch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 and alerts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Logs</a:t>
            </a:r>
          </a:p>
          <a:p>
            <a:r>
              <a:t>Dashboards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estimation</a:t>
            </a:r>
          </a:p>
          <a:p>
            <a:r>
              <a:t>Budget alerts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balancing</a:t>
            </a:r>
          </a:p>
          <a:p>
            <a:r>
              <a:t>Scalability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of software delivery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Toolchain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</a:t>
            </a:r>
          </a:p>
          <a:p>
            <a:r>
              <a:t>Jenkins</a:t>
            </a:r>
          </a:p>
          <a:p>
            <a:r>
              <a:t>Docker</a:t>
            </a:r>
          </a:p>
          <a:p>
            <a:r>
              <a:t>Kubernetes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code changes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pipelines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IaC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provisioning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</a:t>
            </a:r>
          </a:p>
          <a:p>
            <a:r>
              <a:t>Test</a:t>
            </a:r>
          </a:p>
          <a:p>
            <a:r>
              <a:t>Deploy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resource scaling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platforms</a:t>
            </a:r>
          </a:p>
          <a:p>
            <a:r>
              <a:t>Containers</a:t>
            </a:r>
          </a:p>
          <a:p>
            <a:r>
              <a:t>Security</a:t>
            </a:r>
          </a:p>
          <a:p>
            <a:r>
              <a:t>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